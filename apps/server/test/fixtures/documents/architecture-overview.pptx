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sistem lama sudah mencapai batas kapasitas pada periode Harbolnas 12.12.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Service adalah satu-satunya komponen yang boleh memanggil Midtrans secara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Konfirmasi format file rekonsiliasi SAP dengan tim Finance sebelum sprint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2 bergantung pada kesiapan tim Core Banking untuk menyediakan endpoint ISO 8583 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AR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3864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/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ctrTitle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Arsitektur Solusi: Platform Pembayaran Digital</a:t>
            </a:r>
            <a:endParaRPr lang="en-US" sz="3000" dirty="0"/>
          </a:p>
        </p:txBody>
      </p:sp>
      <p:sp>
        <p:nvSpPr>
          <p:cNvPr id="3" name="Text 0"/>
          <p:cNvSpPr/>
          <p:nvPr>
            <p:ph type="subTitle" idx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/>
              <a:t>Workshop desain — 7 Oktober 2026 · Tim Arsitektur Solusi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Konteks Bisnis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Volume transaksi tumbuh 40% per tahun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Modul pembayaran lama (monolit PHP) sulit diskalakan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Target peluncuran: Q2 2026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Pemangku Kepentingan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Direktorat Digital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Product Owner: Budi Santoso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Divisi Keuangan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Rekonsiliasi &amp; pelaporan pajak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Mitra eksternal: Midtrans, bank BUMN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Arsitektur Saat Ini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2743200" cy="1097280"/>
          </a:xfrm>
          <a:prstGeom prst="rect">
            <a:avLst/>
          </a:prstGeom>
          <a:solidFill>
            <a:srgbClr val="DEEAF6"/>
          </a:solidFill>
          <a:ln>
            <a:solidFill>
              <a:srgbClr val="2F559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Aplikasi Mobile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663440" y="2286000"/>
            <a:ext cx="2743200" cy="1097280"/>
          </a:xfrm>
          <a:prstGeom prst="rect">
            <a:avLst/>
          </a:prstGeom>
          <a:solidFill>
            <a:srgbClr val="DEEAF6"/>
          </a:solidFill>
          <a:ln>
            <a:solidFill>
              <a:srgbClr val="2F559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Monolit PHP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95360" y="2286000"/>
            <a:ext cx="2743200" cy="1097280"/>
          </a:xfrm>
          <a:prstGeom prst="rect">
            <a:avLst/>
          </a:prstGeom>
          <a:solidFill>
            <a:srgbClr val="DEEAF6"/>
          </a:solidFill>
          <a:ln>
            <a:solidFill>
              <a:srgbClr val="2F559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Database MySQL 5.7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2834640"/>
            <a:ext cx="1188720" cy="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06640" y="2834640"/>
            <a:ext cx="1188720" cy="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Titik tunggal kegagalan (single point of failure) pada monolit.</a:t>
            </a:r>
            <a:endParaRPr lang="en-US" sz="16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Arsitektur Target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API Gateway (Kong)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Payment Service (Java 21 / Spring Boot)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Event bus: Apache Kafka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Integrasi Midtrans via Snap API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Inventaris Integrasi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Sistem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Protokol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Arah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Frekuensi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Midtrans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REST/JSON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Keluar &amp; webhook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Real-time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Core Banking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ISO 8583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Dua arah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Real-time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SAP S/4HANA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SFTP (CSV)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Keluar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Harian 23:00 WIB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Salesforce CRM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Keluar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Per peristiwa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Persyaratan Non-Fungsional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Ketersediaan ≥ 99,9% per bulan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Latensi p95 ≤ 300 ms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RPO 5 menit, RTO 30 menit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Keamanan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Tokenisasi kartu dilakukan oleh Midtrans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mTLS antar layanan internal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Audit log disimpan selama 5 tahun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Risiko &amp; Mitigasi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Risiko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Keterlambatan sertifikasi PCI-DSS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920" y="14630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Mitigasi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Libatkan QSA sejak fase desain</a:t>
            </a:r>
            <a:endParaRPr lang="en-US" sz="1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Rencana Migrasi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Fase 1: strangler pattern untuk endpoint checkout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Fase 2: migrasi rekonsiliasi ke Payment Service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Fase 3: dekomisioning monolit PHP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Terima kasih — sesi tanya jawab &amp; café break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Arsitektur Solusi Platform Pembayaran Digital</dc:title>
  <dc:subject>PptxGenJS Presentation</dc:subject>
  <dc:creator>Tim Arsitektur Solusi</dc:creator>
  <cp:lastModifiedBy>Tim Arsitektur Solusi</cp:lastModifiedBy>
  <cp:revision>1</cp:revision>
  <dcterms:created xsi:type="dcterms:W3CDTF">2026-10-07T05:34:02Z</dcterms:created>
  <dcterms:modified xsi:type="dcterms:W3CDTF">2026-10-07T05:34:02Z</dcterms:modified>
</cp:coreProperties>
</file>